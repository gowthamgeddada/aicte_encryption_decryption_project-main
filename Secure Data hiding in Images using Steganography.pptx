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3" r:id="rId12"/>
    <p:sldId id="2146847064" r:id="rId13"/>
    <p:sldId id="2146847065" r:id="rId14"/>
    <p:sldId id="2146847066" r:id="rId15"/>
    <p:sldId id="2146847062" r:id="rId16"/>
    <p:sldId id="2146847061" r:id="rId17"/>
    <p:sldId id="2146847055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47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bi Amina" userId="f53e27bd20cc288e" providerId="LiveId" clId="{D55EB134-885A-4979-ADA4-63190214B418}"/>
    <pc:docChg chg="undo redo custSel addSld modSld">
      <pc:chgData name="Bibi Amina" userId="f53e27bd20cc288e" providerId="LiveId" clId="{D55EB134-885A-4979-ADA4-63190214B418}" dt="2025-02-15T13:44:45.723" v="4005" actId="1076"/>
      <pc:docMkLst>
        <pc:docMk/>
      </pc:docMkLst>
      <pc:sldChg chg="modSp mod">
        <pc:chgData name="Bibi Amina" userId="f53e27bd20cc288e" providerId="LiveId" clId="{D55EB134-885A-4979-ADA4-63190214B418}" dt="2025-02-15T08:26:21.179" v="224" actId="3064"/>
        <pc:sldMkLst>
          <pc:docMk/>
          <pc:sldMk cId="953325580" sldId="256"/>
        </pc:sldMkLst>
        <pc:spChg chg="mod">
          <ac:chgData name="Bibi Amina" userId="f53e27bd20cc288e" providerId="LiveId" clId="{D55EB134-885A-4979-ADA4-63190214B418}" dt="2025-02-15T08:21:21.053" v="57" actId="20577"/>
          <ac:spMkLst>
            <pc:docMk/>
            <pc:sldMk cId="953325580" sldId="256"/>
            <ac:spMk id="2" creationId="{A8A11E26-4C38-41A6-9857-11032CEECD80}"/>
          </ac:spMkLst>
        </pc:spChg>
        <pc:spChg chg="mod">
          <ac:chgData name="Bibi Amina" userId="f53e27bd20cc288e" providerId="LiveId" clId="{D55EB134-885A-4979-ADA4-63190214B418}" dt="2025-02-15T08:26:21.179" v="224" actId="3064"/>
          <ac:spMkLst>
            <pc:docMk/>
            <pc:sldMk cId="953325580" sldId="256"/>
            <ac:spMk id="4" creationId="{00000000-0000-0000-0000-000000000000}"/>
          </ac:spMkLst>
        </pc:spChg>
      </pc:sldChg>
      <pc:sldChg chg="modSp mod">
        <pc:chgData name="Bibi Amina" userId="f53e27bd20cc288e" providerId="LiveId" clId="{D55EB134-885A-4979-ADA4-63190214B418}" dt="2025-02-15T08:38:27.893" v="1446" actId="14100"/>
        <pc:sldMkLst>
          <pc:docMk/>
          <pc:sldMk cId="1186421160" sldId="262"/>
        </pc:sldMkLst>
        <pc:spChg chg="mod">
          <ac:chgData name="Bibi Amina" userId="f53e27bd20cc288e" providerId="LiveId" clId="{D55EB134-885A-4979-ADA4-63190214B418}" dt="2025-02-15T08:38:27.893" v="1446" actId="14100"/>
          <ac:spMkLst>
            <pc:docMk/>
            <pc:sldMk cId="1186421160" sldId="262"/>
            <ac:spMk id="2" creationId="{8FEE4A9C-3F57-7DA7-91FD-715C3FB47F93}"/>
          </ac:spMkLst>
        </pc:spChg>
      </pc:sldChg>
      <pc:sldChg chg="modSp mod">
        <pc:chgData name="Bibi Amina" userId="f53e27bd20cc288e" providerId="LiveId" clId="{D55EB134-885A-4979-ADA4-63190214B418}" dt="2025-02-15T08:38:20.102" v="1445" actId="14100"/>
        <pc:sldMkLst>
          <pc:docMk/>
          <pc:sldMk cId="3210358481" sldId="263"/>
        </pc:sldMkLst>
        <pc:spChg chg="mod">
          <ac:chgData name="Bibi Amina" userId="f53e27bd20cc288e" providerId="LiveId" clId="{D55EB134-885A-4979-ADA4-63190214B418}" dt="2025-02-15T08:38:20.102" v="1445" actId="14100"/>
          <ac:spMkLst>
            <pc:docMk/>
            <pc:sldMk cId="3210358481" sldId="263"/>
            <ac:spMk id="2" creationId="{E041FD9D-DF07-9C37-1E61-1D920E0EF1D4}"/>
          </ac:spMkLst>
        </pc:spChg>
      </pc:sldChg>
      <pc:sldChg chg="modSp mod">
        <pc:chgData name="Bibi Amina" userId="f53e27bd20cc288e" providerId="LiveId" clId="{D55EB134-885A-4979-ADA4-63190214B418}" dt="2025-02-15T09:32:19.913" v="3938" actId="14100"/>
        <pc:sldMkLst>
          <pc:docMk/>
          <pc:sldMk cId="3202024527" sldId="265"/>
        </pc:sldMkLst>
        <pc:spChg chg="mod">
          <ac:chgData name="Bibi Amina" userId="f53e27bd20cc288e" providerId="LiveId" clId="{D55EB134-885A-4979-ADA4-63190214B418}" dt="2025-02-15T09:32:19.913" v="3938" actId="14100"/>
          <ac:spMkLst>
            <pc:docMk/>
            <pc:sldMk cId="3202024527" sldId="265"/>
            <ac:spMk id="2" creationId="{C4FFAF3C-BA60-9181-132C-C36C403AAEA7}"/>
          </ac:spMkLst>
        </pc:spChg>
      </pc:sldChg>
      <pc:sldChg chg="modSp mod">
        <pc:chgData name="Bibi Amina" userId="f53e27bd20cc288e" providerId="LiveId" clId="{D55EB134-885A-4979-ADA4-63190214B418}" dt="2025-02-15T09:03:25.052" v="3640" actId="20577"/>
        <pc:sldMkLst>
          <pc:docMk/>
          <pc:sldMk cId="614882681" sldId="2146847055"/>
        </pc:sldMkLst>
        <pc:spChg chg="mod">
          <ac:chgData name="Bibi Amina" userId="f53e27bd20cc288e" providerId="LiveId" clId="{D55EB134-885A-4979-ADA4-63190214B418}" dt="2025-02-15T09:03:25.052" v="3640" actId="20577"/>
          <ac:spMkLst>
            <pc:docMk/>
            <pc:sldMk cId="614882681" sldId="2146847055"/>
            <ac:spMk id="3" creationId="{A6638FD1-D00E-E75B-705C-564F06D93D7B}"/>
          </ac:spMkLst>
        </pc:spChg>
      </pc:sldChg>
      <pc:sldChg chg="modSp mod">
        <pc:chgData name="Bibi Amina" userId="f53e27bd20cc288e" providerId="LiveId" clId="{D55EB134-885A-4979-ADA4-63190214B418}" dt="2025-02-15T08:46:34.705" v="2507" actId="20577"/>
        <pc:sldMkLst>
          <pc:docMk/>
          <pc:sldMk cId="3819043843" sldId="2146847057"/>
        </pc:sldMkLst>
        <pc:spChg chg="mod">
          <ac:chgData name="Bibi Amina" userId="f53e27bd20cc288e" providerId="LiveId" clId="{D55EB134-885A-4979-ADA4-63190214B418}" dt="2025-02-15T08:46:34.705" v="2507" actId="20577"/>
          <ac:spMkLst>
            <pc:docMk/>
            <pc:sldMk cId="3819043843" sldId="2146847057"/>
            <ac:spMk id="3" creationId="{AB679E23-F86A-AFA9-FE9C-7F5A518E8198}"/>
          </ac:spMkLst>
        </pc:spChg>
      </pc:sldChg>
      <pc:sldChg chg="addSp delSp modSp mod">
        <pc:chgData name="Bibi Amina" userId="f53e27bd20cc288e" providerId="LiveId" clId="{D55EB134-885A-4979-ADA4-63190214B418}" dt="2025-02-15T09:32:31.862" v="3939" actId="14100"/>
        <pc:sldMkLst>
          <pc:docMk/>
          <pc:sldMk cId="2083715239" sldId="2146847060"/>
        </pc:sldMkLst>
        <pc:spChg chg="add mod">
          <ac:chgData name="Bibi Amina" userId="f53e27bd20cc288e" providerId="LiveId" clId="{D55EB134-885A-4979-ADA4-63190214B418}" dt="2025-02-15T09:21:50.152" v="3752" actId="1076"/>
          <ac:spMkLst>
            <pc:docMk/>
            <pc:sldMk cId="2083715239" sldId="2146847060"/>
            <ac:spMk id="16" creationId="{25C9FB88-22F5-0EBD-95F2-AB3226953B9A}"/>
          </ac:spMkLst>
        </pc:spChg>
        <pc:picChg chg="add mod">
          <ac:chgData name="Bibi Amina" userId="f53e27bd20cc288e" providerId="LiveId" clId="{D55EB134-885A-4979-ADA4-63190214B418}" dt="2025-02-15T09:32:31.862" v="3939" actId="14100"/>
          <ac:picMkLst>
            <pc:docMk/>
            <pc:sldMk cId="2083715239" sldId="2146847060"/>
            <ac:picMk id="11" creationId="{C3BBC06E-1B0C-18ED-277B-D83D3CD0A084}"/>
          </ac:picMkLst>
        </pc:picChg>
        <pc:picChg chg="add mod modCrop">
          <ac:chgData name="Bibi Amina" userId="f53e27bd20cc288e" providerId="LiveId" clId="{D55EB134-885A-4979-ADA4-63190214B418}" dt="2025-02-15T09:32:31.862" v="3939" actId="14100"/>
          <ac:picMkLst>
            <pc:docMk/>
            <pc:sldMk cId="2083715239" sldId="2146847060"/>
            <ac:picMk id="13" creationId="{34CD62EE-FF0E-07DA-364E-169C4D47558F}"/>
          </ac:picMkLst>
        </pc:picChg>
        <pc:picChg chg="add mod modCrop">
          <ac:chgData name="Bibi Amina" userId="f53e27bd20cc288e" providerId="LiveId" clId="{D55EB134-885A-4979-ADA4-63190214B418}" dt="2025-02-15T09:32:31.862" v="3939" actId="14100"/>
          <ac:picMkLst>
            <pc:docMk/>
            <pc:sldMk cId="2083715239" sldId="2146847060"/>
            <ac:picMk id="15" creationId="{FF140F7D-3C73-4F61-5B61-0FEE087DE029}"/>
          </ac:picMkLst>
        </pc:picChg>
      </pc:sldChg>
      <pc:sldChg chg="modSp mod">
        <pc:chgData name="Bibi Amina" userId="f53e27bd20cc288e" providerId="LiveId" clId="{D55EB134-885A-4979-ADA4-63190214B418}" dt="2025-02-15T13:44:11.575" v="4001" actId="1036"/>
        <pc:sldMkLst>
          <pc:docMk/>
          <pc:sldMk cId="2230664768" sldId="2146847061"/>
        </pc:sldMkLst>
        <pc:spChg chg="mod">
          <ac:chgData name="Bibi Amina" userId="f53e27bd20cc288e" providerId="LiveId" clId="{D55EB134-885A-4979-ADA4-63190214B418}" dt="2025-02-15T13:44:11.575" v="4001" actId="1036"/>
          <ac:spMkLst>
            <pc:docMk/>
            <pc:sldMk cId="2230664768" sldId="2146847061"/>
            <ac:spMk id="3" creationId="{51A299DD-46FA-7866-41D8-C1BFCC2F69DD}"/>
          </ac:spMkLst>
        </pc:spChg>
      </pc:sldChg>
      <pc:sldChg chg="modSp mod">
        <pc:chgData name="Bibi Amina" userId="f53e27bd20cc288e" providerId="LiveId" clId="{D55EB134-885A-4979-ADA4-63190214B418}" dt="2025-02-15T08:53:17.765" v="3126" actId="113"/>
        <pc:sldMkLst>
          <pc:docMk/>
          <pc:sldMk cId="4233882376" sldId="2146847062"/>
        </pc:sldMkLst>
        <pc:spChg chg="mod">
          <ac:chgData name="Bibi Amina" userId="f53e27bd20cc288e" providerId="LiveId" clId="{D55EB134-885A-4979-ADA4-63190214B418}" dt="2025-02-15T08:53:17.765" v="3126" actId="113"/>
          <ac:spMkLst>
            <pc:docMk/>
            <pc:sldMk cId="4233882376" sldId="2146847062"/>
            <ac:spMk id="3" creationId="{D4974547-DF1B-77BB-E545-9344EDB9AD3F}"/>
          </ac:spMkLst>
        </pc:spChg>
      </pc:sldChg>
      <pc:sldChg chg="addSp delSp modSp new mod">
        <pc:chgData name="Bibi Amina" userId="f53e27bd20cc288e" providerId="LiveId" clId="{D55EB134-885A-4979-ADA4-63190214B418}" dt="2025-02-15T09:31:52.526" v="3935" actId="14100"/>
        <pc:sldMkLst>
          <pc:docMk/>
          <pc:sldMk cId="3572899902" sldId="2146847063"/>
        </pc:sldMkLst>
        <pc:spChg chg="add mod">
          <ac:chgData name="Bibi Amina" userId="f53e27bd20cc288e" providerId="LiveId" clId="{D55EB134-885A-4979-ADA4-63190214B418}" dt="2025-02-15T09:23:40.360" v="3815" actId="1076"/>
          <ac:spMkLst>
            <pc:docMk/>
            <pc:sldMk cId="3572899902" sldId="2146847063"/>
            <ac:spMk id="6" creationId="{5A28A4A0-10EC-C814-5FE7-15542FFEE76E}"/>
          </ac:spMkLst>
        </pc:spChg>
        <pc:picChg chg="add mod">
          <ac:chgData name="Bibi Amina" userId="f53e27bd20cc288e" providerId="LiveId" clId="{D55EB134-885A-4979-ADA4-63190214B418}" dt="2025-02-15T09:31:52.526" v="3935" actId="14100"/>
          <ac:picMkLst>
            <pc:docMk/>
            <pc:sldMk cId="3572899902" sldId="2146847063"/>
            <ac:picMk id="5" creationId="{DB0CFD21-103F-15D4-1A46-FBEAD39679CE}"/>
          </ac:picMkLst>
        </pc:picChg>
      </pc:sldChg>
      <pc:sldChg chg="addSp delSp modSp new mod">
        <pc:chgData name="Bibi Amina" userId="f53e27bd20cc288e" providerId="LiveId" clId="{D55EB134-885A-4979-ADA4-63190214B418}" dt="2025-02-15T13:44:39.363" v="4004" actId="14100"/>
        <pc:sldMkLst>
          <pc:docMk/>
          <pc:sldMk cId="996012757" sldId="2146847064"/>
        </pc:sldMkLst>
        <pc:spChg chg="del">
          <ac:chgData name="Bibi Amina" userId="f53e27bd20cc288e" providerId="LiveId" clId="{D55EB134-885A-4979-ADA4-63190214B418}" dt="2025-02-15T09:23:51.298" v="3817" actId="478"/>
          <ac:spMkLst>
            <pc:docMk/>
            <pc:sldMk cId="996012757" sldId="2146847064"/>
            <ac:spMk id="2" creationId="{66A30929-7D5F-5D33-D479-F00CD0C32AD8}"/>
          </ac:spMkLst>
        </pc:spChg>
        <pc:spChg chg="del mod">
          <ac:chgData name="Bibi Amina" userId="f53e27bd20cc288e" providerId="LiveId" clId="{D55EB134-885A-4979-ADA4-63190214B418}" dt="2025-02-15T09:24:04.596" v="3820" actId="931"/>
          <ac:spMkLst>
            <pc:docMk/>
            <pc:sldMk cId="996012757" sldId="2146847064"/>
            <ac:spMk id="3" creationId="{63A7C77C-294F-A35D-A04E-BDBA00D41106}"/>
          </ac:spMkLst>
        </pc:spChg>
        <pc:spChg chg="add del mod">
          <ac:chgData name="Bibi Amina" userId="f53e27bd20cc288e" providerId="LiveId" clId="{D55EB134-885A-4979-ADA4-63190214B418}" dt="2025-02-15T09:28:08.495" v="3886"/>
          <ac:spMkLst>
            <pc:docMk/>
            <pc:sldMk cId="996012757" sldId="2146847064"/>
            <ac:spMk id="10" creationId="{7A01BC19-1ACF-A7E4-F9DC-F26F1CC2F416}"/>
          </ac:spMkLst>
        </pc:spChg>
        <pc:spChg chg="add mod">
          <ac:chgData name="Bibi Amina" userId="f53e27bd20cc288e" providerId="LiveId" clId="{D55EB134-885A-4979-ADA4-63190214B418}" dt="2025-02-15T13:44:31.551" v="4003" actId="1076"/>
          <ac:spMkLst>
            <pc:docMk/>
            <pc:sldMk cId="996012757" sldId="2146847064"/>
            <ac:spMk id="11" creationId="{2E82545C-CF7A-D12C-BDF2-24891C047CA2}"/>
          </ac:spMkLst>
        </pc:spChg>
        <pc:picChg chg="add mod modCrop">
          <ac:chgData name="Bibi Amina" userId="f53e27bd20cc288e" providerId="LiveId" clId="{D55EB134-885A-4979-ADA4-63190214B418}" dt="2025-02-15T13:44:39.363" v="4004" actId="14100"/>
          <ac:picMkLst>
            <pc:docMk/>
            <pc:sldMk cId="996012757" sldId="2146847064"/>
            <ac:picMk id="5" creationId="{DB0703DA-CA4D-1FBB-F3C3-0603F1BEB7FD}"/>
          </ac:picMkLst>
        </pc:picChg>
        <pc:picChg chg="add mod modCrop">
          <ac:chgData name="Bibi Amina" userId="f53e27bd20cc288e" providerId="LiveId" clId="{D55EB134-885A-4979-ADA4-63190214B418}" dt="2025-02-15T13:44:39.363" v="4004" actId="14100"/>
          <ac:picMkLst>
            <pc:docMk/>
            <pc:sldMk cId="996012757" sldId="2146847064"/>
            <ac:picMk id="7" creationId="{8FB22E02-4815-2001-9540-18725C614311}"/>
          </ac:picMkLst>
        </pc:picChg>
        <pc:picChg chg="add mod modCrop">
          <ac:chgData name="Bibi Amina" userId="f53e27bd20cc288e" providerId="LiveId" clId="{D55EB134-885A-4979-ADA4-63190214B418}" dt="2025-02-15T13:44:39.363" v="4004" actId="14100"/>
          <ac:picMkLst>
            <pc:docMk/>
            <pc:sldMk cId="996012757" sldId="2146847064"/>
            <ac:picMk id="9" creationId="{F89373F6-8156-CB54-D951-23E7F9627ED6}"/>
          </ac:picMkLst>
        </pc:picChg>
      </pc:sldChg>
      <pc:sldChg chg="addSp delSp modSp new mod">
        <pc:chgData name="Bibi Amina" userId="f53e27bd20cc288e" providerId="LiveId" clId="{D55EB134-885A-4979-ADA4-63190214B418}" dt="2025-02-15T13:44:45.723" v="4005" actId="1076"/>
        <pc:sldMkLst>
          <pc:docMk/>
          <pc:sldMk cId="2113590147" sldId="2146847065"/>
        </pc:sldMkLst>
        <pc:spChg chg="del">
          <ac:chgData name="Bibi Amina" userId="f53e27bd20cc288e" providerId="LiveId" clId="{D55EB134-885A-4979-ADA4-63190214B418}" dt="2025-02-15T09:28:45.120" v="3888" actId="478"/>
          <ac:spMkLst>
            <pc:docMk/>
            <pc:sldMk cId="2113590147" sldId="2146847065"/>
            <ac:spMk id="2" creationId="{5E1F9F96-4248-4FF6-7E79-293221D0268C}"/>
          </ac:spMkLst>
        </pc:spChg>
        <pc:spChg chg="del mod">
          <ac:chgData name="Bibi Amina" userId="f53e27bd20cc288e" providerId="LiveId" clId="{D55EB134-885A-4979-ADA4-63190214B418}" dt="2025-02-15T09:29:00.906" v="3892" actId="931"/>
          <ac:spMkLst>
            <pc:docMk/>
            <pc:sldMk cId="2113590147" sldId="2146847065"/>
            <ac:spMk id="3" creationId="{4A9049CA-A50F-03E6-5D96-FD6D0335D05A}"/>
          </ac:spMkLst>
        </pc:spChg>
        <pc:spChg chg="add mod">
          <ac:chgData name="Bibi Amina" userId="f53e27bd20cc288e" providerId="LiveId" clId="{D55EB134-885A-4979-ADA4-63190214B418}" dt="2025-02-15T09:30:22.700" v="3934" actId="1076"/>
          <ac:spMkLst>
            <pc:docMk/>
            <pc:sldMk cId="2113590147" sldId="2146847065"/>
            <ac:spMk id="6" creationId="{E4E82AFE-9897-8067-847B-7006EC7F053B}"/>
          </ac:spMkLst>
        </pc:spChg>
        <pc:picChg chg="add mod">
          <ac:chgData name="Bibi Amina" userId="f53e27bd20cc288e" providerId="LiveId" clId="{D55EB134-885A-4979-ADA4-63190214B418}" dt="2025-02-15T13:44:45.723" v="4005" actId="1076"/>
          <ac:picMkLst>
            <pc:docMk/>
            <pc:sldMk cId="2113590147" sldId="2146847065"/>
            <ac:picMk id="5" creationId="{B2BD4448-7D14-BB2F-3FB1-75499FFD9A40}"/>
          </ac:picMkLst>
        </pc:picChg>
      </pc:sldChg>
      <pc:sldChg chg="addSp delSp modSp new mod">
        <pc:chgData name="Bibi Amina" userId="f53e27bd20cc288e" providerId="LiveId" clId="{D55EB134-885A-4979-ADA4-63190214B418}" dt="2025-02-15T13:42:28.184" v="3991" actId="14826"/>
        <pc:sldMkLst>
          <pc:docMk/>
          <pc:sldMk cId="3995536002" sldId="2146847066"/>
        </pc:sldMkLst>
        <pc:spChg chg="del">
          <ac:chgData name="Bibi Amina" userId="f53e27bd20cc288e" providerId="LiveId" clId="{D55EB134-885A-4979-ADA4-63190214B418}" dt="2025-02-15T09:35:06.083" v="3941" actId="478"/>
          <ac:spMkLst>
            <pc:docMk/>
            <pc:sldMk cId="3995536002" sldId="2146847066"/>
            <ac:spMk id="2" creationId="{C237F217-CD8E-A747-AB23-E4FC145CCB42}"/>
          </ac:spMkLst>
        </pc:spChg>
        <pc:spChg chg="del">
          <ac:chgData name="Bibi Amina" userId="f53e27bd20cc288e" providerId="LiveId" clId="{D55EB134-885A-4979-ADA4-63190214B418}" dt="2025-02-15T09:35:16.787" v="3942" actId="931"/>
          <ac:spMkLst>
            <pc:docMk/>
            <pc:sldMk cId="3995536002" sldId="2146847066"/>
            <ac:spMk id="3" creationId="{709315BA-AA7D-156D-81DA-1906097C0A8F}"/>
          </ac:spMkLst>
        </pc:spChg>
        <pc:spChg chg="add mod">
          <ac:chgData name="Bibi Amina" userId="f53e27bd20cc288e" providerId="LiveId" clId="{D55EB134-885A-4979-ADA4-63190214B418}" dt="2025-02-15T09:36:34.910" v="3981" actId="1076"/>
          <ac:spMkLst>
            <pc:docMk/>
            <pc:sldMk cId="3995536002" sldId="2146847066"/>
            <ac:spMk id="6" creationId="{369FD4EF-79A6-81AC-D6BF-12C48E2425BA}"/>
          </ac:spMkLst>
        </pc:spChg>
        <pc:picChg chg="add mod">
          <ac:chgData name="Bibi Amina" userId="f53e27bd20cc288e" providerId="LiveId" clId="{D55EB134-885A-4979-ADA4-63190214B418}" dt="2025-02-15T13:42:28.184" v="3991" actId="14826"/>
          <ac:picMkLst>
            <pc:docMk/>
            <pc:sldMk cId="3995536002" sldId="2146847066"/>
            <ac:picMk id="5" creationId="{4E51CA56-93D8-845C-0904-E084F8CD92BD}"/>
          </ac:picMkLst>
        </pc:picChg>
      </pc:sldChg>
    </pc:docChg>
  </pc:docChgLst>
  <pc:docChgLst>
    <pc:chgData name="Bibi Amina" userId="f53e27bd20cc288e" providerId="LiveId" clId="{3C012C02-DFE0-DE40-B77E-608763C0B2D7}"/>
    <pc:docChg chg="modSld">
      <pc:chgData name="Bibi Amina" userId="f53e27bd20cc288e" providerId="LiveId" clId="{3C012C02-DFE0-DE40-B77E-608763C0B2D7}" dt="2025-02-26T12:24:03.224" v="9" actId="20577"/>
      <pc:docMkLst>
        <pc:docMk/>
      </pc:docMkLst>
      <pc:sldChg chg="modSp">
        <pc:chgData name="Bibi Amina" userId="f53e27bd20cc288e" providerId="LiveId" clId="{3C012C02-DFE0-DE40-B77E-608763C0B2D7}" dt="2025-02-26T12:24:03.224" v="9" actId="20577"/>
        <pc:sldMkLst>
          <pc:docMk/>
          <pc:sldMk cId="953325580" sldId="256"/>
        </pc:sldMkLst>
        <pc:spChg chg="mod">
          <ac:chgData name="Bibi Amina" userId="f53e27bd20cc288e" providerId="LiveId" clId="{3C012C02-DFE0-DE40-B77E-608763C0B2D7}" dt="2025-02-26T12:24:03.224" v="9" actId="20577"/>
          <ac:spMkLst>
            <pc:docMk/>
            <pc:sldMk cId="95332558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17-03-2025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3/17/2025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3/17/2025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3/17/2025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3/17/2025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wthamGeddada/AICTE_Encryption_Decryption_Project-mai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hiding in images using Steganography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33858" y="4259793"/>
            <a:ext cx="798018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:  Gowtham Geddada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&amp; Department : Sagi Rama Krishnam Raju      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                                                   Engineering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College,Bhimavaram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,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                                                   534204.AI&amp;DS department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44" y="1237632"/>
            <a:ext cx="10781374" cy="4673324"/>
          </a:xfrm>
        </p:spPr>
        <p:txBody>
          <a:bodyPr anchor="ctr" anchorCtr="0">
            <a:normAutofit/>
          </a:bodyPr>
          <a:lstStyle/>
          <a:p>
            <a:pPr marL="0" indent="0" algn="just">
              <a:buNone/>
            </a:pPr>
            <a:r>
              <a:rPr lang="en-IN" sz="1800" dirty="0">
                <a:solidFill>
                  <a:srgbClr val="0F0F0F"/>
                </a:solidFill>
                <a:ea typeface="+mn-lt"/>
                <a:cs typeface="+mn-lt"/>
              </a:rPr>
              <a:t>Data security is a crucial concern in the digital world, especially when transmitting sensitive information. Traditionally encryption methods can be complex and require external storage for encrypted files. This project introduces an </a:t>
            </a:r>
            <a:r>
              <a:rPr lang="en-IN" sz="1800" b="1" dirty="0">
                <a:solidFill>
                  <a:srgbClr val="0F0F0F"/>
                </a:solidFill>
                <a:ea typeface="+mn-lt"/>
                <a:cs typeface="+mn-lt"/>
              </a:rPr>
              <a:t>image-based encryption and decryption system </a:t>
            </a:r>
            <a:r>
              <a:rPr lang="en-IN" sz="1800" dirty="0">
                <a:solidFill>
                  <a:srgbClr val="0F0F0F"/>
                </a:solidFill>
                <a:ea typeface="+mn-lt"/>
                <a:cs typeface="+mn-lt"/>
              </a:rPr>
              <a:t>that allows users to hide secret messages inside images securely. The decryption process is protected with a password, ensuring only authorized access.</a:t>
            </a:r>
          </a:p>
          <a:p>
            <a:pPr marL="0" indent="0" algn="just">
              <a:buNone/>
            </a:pPr>
            <a:r>
              <a:rPr lang="en-IN" sz="1800" b="1" dirty="0">
                <a:solidFill>
                  <a:srgbClr val="0F0F0F"/>
                </a:solidFill>
                <a:ea typeface="+mn-lt"/>
                <a:cs typeface="+mn-lt"/>
              </a:rPr>
              <a:t>Challenges Addressed:</a:t>
            </a:r>
          </a:p>
          <a:p>
            <a:pPr algn="just"/>
            <a:r>
              <a:rPr lang="en-IN" sz="1800" dirty="0">
                <a:solidFill>
                  <a:srgbClr val="0F0F0F"/>
                </a:solidFill>
                <a:ea typeface="+mn-lt"/>
                <a:cs typeface="+mn-lt"/>
              </a:rPr>
              <a:t>Difficulty in securely sharing text messages.</a:t>
            </a:r>
          </a:p>
          <a:p>
            <a:pPr algn="just"/>
            <a:r>
              <a:rPr lang="en-IN" sz="1800" dirty="0">
                <a:solidFill>
                  <a:srgbClr val="0F0F0F"/>
                </a:solidFill>
                <a:ea typeface="+mn-lt"/>
                <a:cs typeface="+mn-lt"/>
              </a:rPr>
              <a:t>Risk of data exposure in plaintext format.</a:t>
            </a:r>
          </a:p>
          <a:p>
            <a:pPr algn="just"/>
            <a:r>
              <a:rPr lang="en-IN" sz="1800" dirty="0">
                <a:solidFill>
                  <a:srgbClr val="0F0F0F"/>
                </a:solidFill>
                <a:ea typeface="+mn-lt"/>
                <a:cs typeface="+mn-lt"/>
              </a:rPr>
              <a:t>Lack of simple encryption tools for non-technical users.</a:t>
            </a:r>
            <a:endParaRPr lang="en-IN" sz="2000" b="1" dirty="0">
              <a:solidFill>
                <a:srgbClr val="0F0F0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896" y="1087378"/>
            <a:ext cx="10272156" cy="518279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/>
              <a:t>Programming Language:</a:t>
            </a:r>
          </a:p>
          <a:p>
            <a:r>
              <a:rPr lang="en-US" sz="2000" b="1" dirty="0"/>
              <a:t>Python – </a:t>
            </a:r>
            <a:r>
              <a:rPr lang="en-US" sz="2000" dirty="0"/>
              <a:t>Used for building encryption and decryption logic.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Libraries &amp; Frameworks:</a:t>
            </a:r>
          </a:p>
          <a:p>
            <a:r>
              <a:rPr lang="en-IN" sz="2000" b="1" dirty="0"/>
              <a:t>OpenCV – </a:t>
            </a:r>
            <a:r>
              <a:rPr lang="en-IN" sz="2000" dirty="0"/>
              <a:t>Handles image processing and manipulation.</a:t>
            </a:r>
          </a:p>
          <a:p>
            <a:r>
              <a:rPr lang="en-IN" sz="2000" b="1" dirty="0"/>
              <a:t>Numpy – </a:t>
            </a:r>
            <a:r>
              <a:rPr lang="en-IN" sz="2000" dirty="0"/>
              <a:t>Supports array-based operations for embedding messages.</a:t>
            </a:r>
          </a:p>
          <a:p>
            <a:r>
              <a:rPr lang="en-IN" sz="2000" b="1" dirty="0"/>
              <a:t>PyQt6 – </a:t>
            </a:r>
            <a:r>
              <a:rPr lang="en-IN" sz="2000" dirty="0"/>
              <a:t>Creates a user-friendly GUI for encryption and decryption. </a:t>
            </a:r>
          </a:p>
          <a:p>
            <a:pPr marL="0" indent="0">
              <a:buNone/>
            </a:pPr>
            <a:r>
              <a:rPr lang="en-IN" sz="2000" b="1" dirty="0"/>
              <a:t>Platforms:</a:t>
            </a:r>
          </a:p>
          <a:p>
            <a:r>
              <a:rPr lang="en-US" sz="2000" dirty="0"/>
              <a:t>Runs on </a:t>
            </a:r>
            <a:r>
              <a:rPr lang="en-US" sz="2000" b="1" dirty="0"/>
              <a:t>Windows, Linux and macOS </a:t>
            </a:r>
            <a:r>
              <a:rPr lang="en-US" sz="2000" dirty="0"/>
              <a:t>with python installed.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695066"/>
            <a:ext cx="11029616" cy="4391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F0F0F"/>
                </a:solidFill>
              </a:rPr>
              <a:t>Why is this project Unique?</a:t>
            </a:r>
          </a:p>
          <a:p>
            <a:r>
              <a:rPr lang="en-IN" sz="2000" b="1" dirty="0">
                <a:solidFill>
                  <a:srgbClr val="0F0F0F"/>
                </a:solidFill>
              </a:rPr>
              <a:t>Steganography-based encryption – </a:t>
            </a:r>
            <a:r>
              <a:rPr lang="en-IN" sz="2000" dirty="0">
                <a:solidFill>
                  <a:srgbClr val="0F0F0F"/>
                </a:solidFill>
              </a:rPr>
              <a:t>Instead of traditional encryption, the message is embedded within the pixel values of an image.</a:t>
            </a:r>
          </a:p>
          <a:p>
            <a:r>
              <a:rPr lang="en-IN" sz="2000" b="1" dirty="0">
                <a:solidFill>
                  <a:srgbClr val="0F0F0F"/>
                </a:solidFill>
              </a:rPr>
              <a:t>User-friendly GUI – </a:t>
            </a:r>
            <a:r>
              <a:rPr lang="en-IN" sz="2000" dirty="0">
                <a:solidFill>
                  <a:srgbClr val="0F0F0F"/>
                </a:solidFill>
              </a:rPr>
              <a:t>No need for command-line operations; everything is handled through an interactive interface.</a:t>
            </a:r>
          </a:p>
          <a:p>
            <a:r>
              <a:rPr lang="en-IN" sz="2000" b="1" dirty="0">
                <a:solidFill>
                  <a:srgbClr val="0F0F0F"/>
                </a:solidFill>
              </a:rPr>
              <a:t>Password protection - </a:t>
            </a:r>
            <a:r>
              <a:rPr lang="en-IN" sz="2000" dirty="0">
                <a:solidFill>
                  <a:srgbClr val="0F0F0F"/>
                </a:solidFill>
              </a:rPr>
              <a:t> The message can only be decrypted with the correct password, adding a layer of security.</a:t>
            </a:r>
          </a:p>
          <a:p>
            <a:r>
              <a:rPr lang="en-IN" sz="2000" b="1" dirty="0">
                <a:solidFill>
                  <a:srgbClr val="0F0F0F"/>
                </a:solidFill>
              </a:rPr>
              <a:t>No need for additional storage – </a:t>
            </a:r>
            <a:r>
              <a:rPr lang="en-IN" sz="2000" dirty="0">
                <a:solidFill>
                  <a:srgbClr val="0F0F0F"/>
                </a:solidFill>
              </a:rPr>
              <a:t>The message is stored inside the image itself, eliminating the need for external encrypted files.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9E23-F86A-AFA9-FE9C-7F5A518E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Cybersecurity Enthusiasts – </a:t>
            </a:r>
            <a:r>
              <a:rPr lang="en-IN" sz="2000" dirty="0"/>
              <a:t>To explore encryption steganography techniques.</a:t>
            </a:r>
          </a:p>
          <a:p>
            <a:r>
              <a:rPr lang="en-IN" sz="2000" b="1" dirty="0"/>
              <a:t>Journalists &amp; Activists - </a:t>
            </a:r>
            <a:r>
              <a:rPr lang="en-IN" sz="2000" dirty="0"/>
              <a:t> Securely share confidential information without detection.</a:t>
            </a:r>
          </a:p>
          <a:p>
            <a:r>
              <a:rPr lang="en-IN" sz="2000" b="1" dirty="0"/>
              <a:t>Students &amp; Researchers -  </a:t>
            </a:r>
            <a:r>
              <a:rPr lang="en-IN" sz="2000" dirty="0"/>
              <a:t>Learn about cryptography and image processing.</a:t>
            </a:r>
          </a:p>
          <a:p>
            <a:r>
              <a:rPr lang="en-IN" sz="2000" b="1" dirty="0"/>
              <a:t>Photography &amp; Designers – </a:t>
            </a:r>
            <a:r>
              <a:rPr lang="en-IN" sz="2000" dirty="0"/>
              <a:t>Protect copyright information within images.</a:t>
            </a:r>
          </a:p>
          <a:p>
            <a:r>
              <a:rPr lang="en-IN" sz="2000" b="1" dirty="0"/>
              <a:t>General Users – </a:t>
            </a:r>
            <a:r>
              <a:rPr lang="en-IN" sz="2000" dirty="0"/>
              <a:t>Hide private messages or data securely within images.</a:t>
            </a:r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3BBC06E-1B0C-18ED-277B-D83D3CD0A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192" y="1520899"/>
            <a:ext cx="3426549" cy="4389057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CD62EE-FF0E-07DA-364E-169C4D4755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87" r="4146"/>
          <a:stretch/>
        </p:blipFill>
        <p:spPr>
          <a:xfrm>
            <a:off x="4241800" y="1524000"/>
            <a:ext cx="3962400" cy="43760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140F7D-3C73-4F61-5B61-0FEE087DE0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46" t="-378" r="3675" b="378"/>
          <a:stretch/>
        </p:blipFill>
        <p:spPr>
          <a:xfrm>
            <a:off x="7472172" y="1512432"/>
            <a:ext cx="3884636" cy="43890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5C9FB88-22F5-0EBD-95F2-AB3226953B9A}"/>
              </a:ext>
            </a:extLst>
          </p:cNvPr>
          <p:cNvSpPr txBox="1"/>
          <p:nvPr/>
        </p:nvSpPr>
        <p:spPr>
          <a:xfrm>
            <a:off x="3471332" y="5900056"/>
            <a:ext cx="455506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1: Encryption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0CFD21-103F-15D4-1A46-FBEAD3967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6571" y="1105353"/>
            <a:ext cx="6836181" cy="464729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28A4A0-10EC-C814-5FE7-15542FFEE76E}"/>
              </a:ext>
            </a:extLst>
          </p:cNvPr>
          <p:cNvSpPr txBox="1"/>
          <p:nvPr/>
        </p:nvSpPr>
        <p:spPr>
          <a:xfrm>
            <a:off x="685799" y="3244334"/>
            <a:ext cx="3189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2: Encryption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2899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0703DA-CA4D-1FBB-F3C3-0603F1BEB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201"/>
          <a:stretch/>
        </p:blipFill>
        <p:spPr>
          <a:xfrm>
            <a:off x="642257" y="1103086"/>
            <a:ext cx="3657600" cy="4953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B22E02-4815-2001-9540-18725C6143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07" r="16825"/>
          <a:stretch/>
        </p:blipFill>
        <p:spPr>
          <a:xfrm>
            <a:off x="4201886" y="1103086"/>
            <a:ext cx="4027716" cy="495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9373F6-8156-CB54-D951-23E7F9627E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09" r="17839"/>
          <a:stretch/>
        </p:blipFill>
        <p:spPr>
          <a:xfrm>
            <a:off x="7892145" y="1103086"/>
            <a:ext cx="3450771" cy="4953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82545C-CF7A-D12C-BDF2-24891C047CA2}"/>
              </a:ext>
            </a:extLst>
          </p:cNvPr>
          <p:cNvSpPr txBox="1"/>
          <p:nvPr/>
        </p:nvSpPr>
        <p:spPr>
          <a:xfrm>
            <a:off x="3924298" y="6056086"/>
            <a:ext cx="4027715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3: Decryption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012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BD4448-7D14-BB2F-3FB1-75499FFD9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8342" y="1092345"/>
            <a:ext cx="6847115" cy="467331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E82AFE-9897-8067-847B-7006EC7F053B}"/>
              </a:ext>
            </a:extLst>
          </p:cNvPr>
          <p:cNvSpPr txBox="1"/>
          <p:nvPr/>
        </p:nvSpPr>
        <p:spPr>
          <a:xfrm>
            <a:off x="925284" y="3244334"/>
            <a:ext cx="284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4: Decryption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590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9FD4EF-79A6-81AC-D6BF-12C48E2425BA}"/>
              </a:ext>
            </a:extLst>
          </p:cNvPr>
          <p:cNvSpPr txBox="1"/>
          <p:nvPr/>
        </p:nvSpPr>
        <p:spPr>
          <a:xfrm>
            <a:off x="1273630" y="3244334"/>
            <a:ext cx="3015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5 : Encrypted Image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0D032E6-6BB1-EEF8-4788-A938699EF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2586" y="1276866"/>
            <a:ext cx="4145582" cy="4673600"/>
          </a:xfrm>
        </p:spPr>
      </p:pic>
    </p:spTree>
    <p:extLst>
      <p:ext uri="{BB962C8B-B14F-4D97-AF65-F5344CB8AC3E}">
        <p14:creationId xmlns:p14="http://schemas.microsoft.com/office/powerpoint/2010/main" val="3995536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This project provides a simple yet effective way to </a:t>
            </a:r>
            <a:r>
              <a:rPr lang="en-IN" sz="2000" b="1" dirty="0"/>
              <a:t>securely encrypt messages within images using steganography and password protection.</a:t>
            </a:r>
          </a:p>
          <a:p>
            <a:r>
              <a:rPr lang="en-IN" sz="2000" dirty="0"/>
              <a:t> By integrating a </a:t>
            </a:r>
            <a:r>
              <a:rPr lang="en-IN" sz="2000" b="1" dirty="0"/>
              <a:t>graphical user interface(GUI), </a:t>
            </a:r>
            <a:r>
              <a:rPr lang="en-IN" sz="2000" dirty="0"/>
              <a:t> the system is made accessible to both </a:t>
            </a:r>
            <a:r>
              <a:rPr lang="en-IN" sz="2000" b="1" dirty="0"/>
              <a:t>technical and non-technical users.</a:t>
            </a:r>
          </a:p>
          <a:p>
            <a:r>
              <a:rPr lang="en-IN" sz="2000" dirty="0"/>
              <a:t>The use of </a:t>
            </a:r>
            <a:r>
              <a:rPr lang="en-IN" sz="2000" b="1" dirty="0"/>
              <a:t>OpenCV and NumPy </a:t>
            </a:r>
            <a:r>
              <a:rPr lang="en-IN" sz="2000" dirty="0"/>
              <a:t>enables </a:t>
            </a:r>
            <a:r>
              <a:rPr lang="en-IN" sz="2000" b="1" dirty="0"/>
              <a:t>fast and efficient message embedding and extraction </a:t>
            </a:r>
            <a:r>
              <a:rPr lang="en-IN" sz="2000" dirty="0"/>
              <a:t>without significant image distortion.</a:t>
            </a:r>
          </a:p>
          <a:p>
            <a:r>
              <a:rPr lang="en-IN" sz="2000" dirty="0"/>
              <a:t>The project successfully demonstrates a </a:t>
            </a:r>
            <a:r>
              <a:rPr lang="en-IN" sz="2000" b="1" dirty="0"/>
              <a:t>practical application of image-based cryptography </a:t>
            </a:r>
            <a:r>
              <a:rPr lang="en-IN" sz="2000" dirty="0"/>
              <a:t>for secure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16540"/>
            <a:ext cx="11029615" cy="4673324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https://github.com/GowthamGeddada/AICTE_Encryption_Decryption_Project-main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000" b="1" dirty="0"/>
              <a:t>Enhanced Security – </a:t>
            </a:r>
            <a:r>
              <a:rPr lang="en-US" sz="2000" dirty="0"/>
              <a:t>Implement AES or RSA encryption alongside steganography for dual-layer security approach.</a:t>
            </a:r>
          </a:p>
          <a:p>
            <a:pPr marL="305435" indent="-305435"/>
            <a:r>
              <a:rPr lang="en-US" sz="2000" b="1" dirty="0"/>
              <a:t>Support for Multiple Image Formats </a:t>
            </a:r>
            <a:r>
              <a:rPr lang="en-US" sz="2000" dirty="0"/>
              <a:t>– Extend compatibility beyond PNG to formats like </a:t>
            </a:r>
            <a:r>
              <a:rPr lang="en-US" sz="2000" b="1" dirty="0"/>
              <a:t>JPG, BMP and TIFF</a:t>
            </a:r>
            <a:r>
              <a:rPr lang="en-US" sz="2000" dirty="0"/>
              <a:t>.</a:t>
            </a:r>
          </a:p>
          <a:p>
            <a:pPr marL="305435" indent="-305435"/>
            <a:r>
              <a:rPr lang="en-US" sz="2000" b="1" dirty="0"/>
              <a:t>Mobile &amp; Web Integration – </a:t>
            </a:r>
            <a:r>
              <a:rPr lang="en-US" sz="2000" dirty="0"/>
              <a:t>Develop a </a:t>
            </a:r>
            <a:r>
              <a:rPr lang="en-US" sz="2000" b="1" dirty="0"/>
              <a:t>Mobile app or Web-based </a:t>
            </a:r>
            <a:r>
              <a:rPr lang="en-US" sz="2000" dirty="0"/>
              <a:t>version for wider accessibility.</a:t>
            </a:r>
          </a:p>
          <a:p>
            <a:pPr marL="305435" indent="-305435"/>
            <a:r>
              <a:rPr lang="en-US" sz="2000" b="1" dirty="0"/>
              <a:t>Deep Learning for Image Security – </a:t>
            </a:r>
            <a:r>
              <a:rPr lang="en-US" sz="2000" dirty="0"/>
              <a:t>Explore AI-Based detection of tampered images and improve security features.</a:t>
            </a:r>
            <a:endParaRPr lang="en-US" sz="20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b30265f8-c5e2-4918-b4a1-b977299ca3e2"/>
    <ds:schemaRef ds:uri="fadb41d3-f9cb-40fb-903c-8cacaba95bb5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www.w3.org/2000/xmlns/"/>
    <ds:schemaRef ds:uri="b30265f8-c5e2-4918-b4a1-b977299ca3e2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374</TotalTime>
  <Words>545</Words>
  <Application>Microsoft Office PowerPoint</Application>
  <PresentationFormat>Widescreen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Secure data hiding in images using Steganography</vt:lpstr>
      <vt:lpstr>OUTLINE</vt:lpstr>
      <vt:lpstr>Problem Statement</vt:lpstr>
      <vt:lpstr>Technology  used</vt:lpstr>
      <vt:lpstr>Wow factors</vt:lpstr>
      <vt:lpstr>End users</vt:lpstr>
      <vt:lpstr>Results</vt:lpstr>
      <vt:lpstr>PowerPoint Presentation</vt:lpstr>
      <vt:lpstr>PowerPoint Presentation</vt:lpstr>
      <vt:lpstr>PowerPoint Presentation</vt:lpstr>
      <vt:lpstr>PowerPoint Presentation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gowtham geddada</cp:lastModifiedBy>
  <cp:revision>27</cp:revision>
  <dcterms:created xsi:type="dcterms:W3CDTF">2021-05-26T16:50:10Z</dcterms:created>
  <dcterms:modified xsi:type="dcterms:W3CDTF">2025-03-17T06:27:14Z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